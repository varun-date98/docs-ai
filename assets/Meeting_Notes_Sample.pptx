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 Product Strategy Sync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Date: October 10, 2025</a:t>
            </a:r>
          </a:p>
          <a:p>
            <a:r>
              <a:t>Attendees: Varun, Sarah, Josh, Aisha, Leo</a:t>
            </a:r>
          </a:p>
          <a:p/>
          <a:p>
            <a:r>
              <a:t>Agenda:</a:t>
            </a:r>
          </a:p>
          <a:p>
            <a:r>
              <a:t>1. Review Q3 metrics</a:t>
            </a:r>
          </a:p>
          <a:p>
            <a:r>
              <a:t>2. Finalize roadmap for Q4</a:t>
            </a:r>
          </a:p>
          <a:p>
            <a:r>
              <a:t>3. Discuss AI-powered assistant MVP timeline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Q3 churn rate: 7.2% (up from 5.9%)</a:t>
            </a:r>
          </a:p>
          <a:p>
            <a:r>
              <a:t>- Cause: drop-off after onboarding</a:t>
            </a:r>
          </a:p>
          <a:p>
            <a:r>
              <a:t>- Josh: Integrations within 24h = 2× retention</a:t>
            </a:r>
          </a:p>
          <a:p>
            <a:r>
              <a:t>- Aisha: Onboarding redesign by Oct 20</a:t>
            </a:r>
          </a:p>
          <a:p>
            <a:r>
              <a:t>- MVP launch: Internal beta Nov 15, Public Dec 5</a:t>
            </a:r>
          </a:p>
          <a:p>
            <a:r>
              <a:t>- Sarah: Latency issues in speech-to-text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Engineering to improve integration flow</a:t>
            </a:r>
          </a:p>
          <a:p>
            <a:r>
              <a:t>• Marketing to target inactive users</a:t>
            </a:r>
          </a:p>
          <a:p>
            <a:r>
              <a:t>• Prioritize AI Meeting Assistant over Dashboard revamp</a:t>
            </a:r>
          </a:p>
          <a:p>
            <a:r>
              <a:t>• Next sync: October 24,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